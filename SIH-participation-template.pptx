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Brittany" charset="1" panose="00000000000000000000"/>
      <p:regular r:id="rId7"/>
    </p:embeddedFont>
    <p:embeddedFont>
      <p:font typeface="Droid Serif Italics" charset="1" panose="02020600060500090200"/>
      <p:regular r:id="rId8"/>
    </p:embeddedFont>
    <p:embeddedFont>
      <p:font typeface="Montserrat Medium Italics" charset="1" panose="00000600000000000000"/>
      <p:regular r:id="rId9"/>
    </p:embeddedFont>
    <p:embeddedFont>
      <p:font typeface="Montserrat Italics" charset="1" panose="000005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692000" cy="7560000"/>
          </a:xfrm>
          <a:custGeom>
            <a:avLst/>
            <a:gdLst/>
            <a:ahLst/>
            <a:cxnLst/>
            <a:rect r="r" b="b" t="t" l="l"/>
            <a:pathLst>
              <a:path h="7560000" w="10692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35" r="0" b="-303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92985" y="-274078"/>
            <a:ext cx="352523" cy="5578858"/>
            <a:chOff x="0" y="0"/>
            <a:chExt cx="174990" cy="27693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990" cy="2769302"/>
            </a:xfrm>
            <a:custGeom>
              <a:avLst/>
              <a:gdLst/>
              <a:ahLst/>
              <a:cxnLst/>
              <a:rect r="r" b="b" t="t" l="l"/>
              <a:pathLst>
                <a:path h="2769302" w="174990">
                  <a:moveTo>
                    <a:pt x="0" y="0"/>
                  </a:moveTo>
                  <a:lnTo>
                    <a:pt x="174990" y="0"/>
                  </a:lnTo>
                  <a:lnTo>
                    <a:pt x="174990" y="2769302"/>
                  </a:lnTo>
                  <a:lnTo>
                    <a:pt x="0" y="2769302"/>
                  </a:lnTo>
                  <a:close/>
                </a:path>
              </a:pathLst>
            </a:custGeom>
            <a:solidFill>
              <a:srgbClr val="0D203B"/>
            </a:solidFill>
          </p:spPr>
        </p:sp>
      </p:grpSp>
      <p:grpSp>
        <p:nvGrpSpPr>
          <p:cNvPr name="Group 5" id="5"/>
          <p:cNvGrpSpPr/>
          <p:nvPr/>
        </p:nvGrpSpPr>
        <p:grpSpPr>
          <a:xfrm rot="5400000">
            <a:off x="5105644" y="1874488"/>
            <a:ext cx="307015" cy="11371025"/>
            <a:chOff x="0" y="0"/>
            <a:chExt cx="152400" cy="56444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" cy="5644489"/>
            </a:xfrm>
            <a:custGeom>
              <a:avLst/>
              <a:gdLst/>
              <a:ahLst/>
              <a:cxnLst/>
              <a:rect r="r" b="b" t="t" l="l"/>
              <a:pathLst>
                <a:path h="5644489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5644489"/>
                  </a:lnTo>
                  <a:lnTo>
                    <a:pt x="0" y="5644489"/>
                  </a:lnTo>
                  <a:close/>
                </a:path>
              </a:pathLst>
            </a:custGeom>
            <a:solidFill>
              <a:srgbClr val="0D203B"/>
            </a:solid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5164698" y="-5626459"/>
            <a:ext cx="307015" cy="11252917"/>
            <a:chOff x="0" y="0"/>
            <a:chExt cx="152400" cy="55858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00" cy="5585861"/>
            </a:xfrm>
            <a:custGeom>
              <a:avLst/>
              <a:gdLst/>
              <a:ahLst/>
              <a:cxnLst/>
              <a:rect r="r" b="b" t="t" l="l"/>
              <a:pathLst>
                <a:path h="5585861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5585861"/>
                  </a:lnTo>
                  <a:lnTo>
                    <a:pt x="0" y="5585861"/>
                  </a:lnTo>
                  <a:close/>
                </a:path>
              </a:pathLst>
            </a:custGeom>
            <a:solidFill>
              <a:srgbClr val="0D203B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1782100">
            <a:off x="9085246" y="5256000"/>
            <a:ext cx="3168000" cy="3024000"/>
          </a:xfrm>
          <a:custGeom>
            <a:avLst/>
            <a:gdLst/>
            <a:ahLst/>
            <a:cxnLst/>
            <a:rect r="r" b="b" t="t" l="l"/>
            <a:pathLst>
              <a:path h="3024000" w="3168000">
                <a:moveTo>
                  <a:pt x="0" y="0"/>
                </a:moveTo>
                <a:lnTo>
                  <a:pt x="3168000" y="0"/>
                </a:lnTo>
                <a:lnTo>
                  <a:pt x="3168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153508" y="2263351"/>
            <a:ext cx="352523" cy="5578858"/>
            <a:chOff x="0" y="0"/>
            <a:chExt cx="174990" cy="27693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990" cy="2769302"/>
            </a:xfrm>
            <a:custGeom>
              <a:avLst/>
              <a:gdLst/>
              <a:ahLst/>
              <a:cxnLst/>
              <a:rect r="r" b="b" t="t" l="l"/>
              <a:pathLst>
                <a:path h="2769302" w="174990">
                  <a:moveTo>
                    <a:pt x="0" y="0"/>
                  </a:moveTo>
                  <a:lnTo>
                    <a:pt x="174990" y="0"/>
                  </a:lnTo>
                  <a:lnTo>
                    <a:pt x="174990" y="2769302"/>
                  </a:lnTo>
                  <a:lnTo>
                    <a:pt x="0" y="2769302"/>
                  </a:lnTo>
                  <a:close/>
                </a:path>
              </a:pathLst>
            </a:custGeom>
            <a:solidFill>
              <a:srgbClr val="0D203B"/>
            </a:solidFill>
          </p:spPr>
        </p:sp>
      </p:grpSp>
      <p:sp>
        <p:nvSpPr>
          <p:cNvPr name="Freeform 12" id="12"/>
          <p:cNvSpPr/>
          <p:nvPr/>
        </p:nvSpPr>
        <p:spPr>
          <a:xfrm flipH="true" flipV="true" rot="1782100">
            <a:off x="-1561246" y="-720000"/>
            <a:ext cx="3168000" cy="3024000"/>
          </a:xfrm>
          <a:custGeom>
            <a:avLst/>
            <a:gdLst/>
            <a:ahLst/>
            <a:cxnLst/>
            <a:rect r="r" b="b" t="t" l="l"/>
            <a:pathLst>
              <a:path h="3024000" w="3168000">
                <a:moveTo>
                  <a:pt x="3168000" y="3024000"/>
                </a:moveTo>
                <a:lnTo>
                  <a:pt x="0" y="3024000"/>
                </a:lnTo>
                <a:lnTo>
                  <a:pt x="0" y="0"/>
                </a:lnTo>
                <a:lnTo>
                  <a:pt x="3168000" y="0"/>
                </a:lnTo>
                <a:lnTo>
                  <a:pt x="3168000" y="30240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538492" y="-346078"/>
            <a:ext cx="307015" cy="5578858"/>
            <a:chOff x="0" y="0"/>
            <a:chExt cx="152400" cy="27693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" cy="2769302"/>
            </a:xfrm>
            <a:custGeom>
              <a:avLst/>
              <a:gdLst/>
              <a:ahLst/>
              <a:cxnLst/>
              <a:rect r="r" b="b" t="t" l="l"/>
              <a:pathLst>
                <a:path h="2769302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769302"/>
                  </a:lnTo>
                  <a:lnTo>
                    <a:pt x="0" y="2769302"/>
                  </a:lnTo>
                  <a:close/>
                </a:path>
              </a:pathLst>
            </a:custGeom>
            <a:solidFill>
              <a:srgbClr val="FFBD5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153508" y="2335351"/>
            <a:ext cx="307015" cy="5578858"/>
            <a:chOff x="0" y="0"/>
            <a:chExt cx="152400" cy="27693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400" cy="2769302"/>
            </a:xfrm>
            <a:custGeom>
              <a:avLst/>
              <a:gdLst/>
              <a:ahLst/>
              <a:cxnLst/>
              <a:rect r="r" b="b" t="t" l="l"/>
              <a:pathLst>
                <a:path h="2769302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769302"/>
                  </a:lnTo>
                  <a:lnTo>
                    <a:pt x="0" y="2769302"/>
                  </a:lnTo>
                  <a:close/>
                </a:path>
              </a:pathLst>
            </a:custGeom>
            <a:solidFill>
              <a:srgbClr val="FFBD59"/>
            </a:solidFill>
          </p:spPr>
        </p:sp>
      </p:grpSp>
      <p:sp>
        <p:nvSpPr>
          <p:cNvPr name="AutoShape 17" id="17"/>
          <p:cNvSpPr/>
          <p:nvPr/>
        </p:nvSpPr>
        <p:spPr>
          <a:xfrm>
            <a:off x="1735495" y="4474373"/>
            <a:ext cx="7221009" cy="1905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5875183" y="6361795"/>
            <a:ext cx="2691722" cy="1905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2125095" y="6357033"/>
            <a:ext cx="2691722" cy="1905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358456" y="-259465"/>
            <a:ext cx="1803122" cy="1340231"/>
          </a:xfrm>
          <a:custGeom>
            <a:avLst/>
            <a:gdLst/>
            <a:ahLst/>
            <a:cxnLst/>
            <a:rect r="r" b="b" t="t" l="l"/>
            <a:pathLst>
              <a:path h="1340231" w="1803122">
                <a:moveTo>
                  <a:pt x="0" y="0"/>
                </a:moveTo>
                <a:lnTo>
                  <a:pt x="1803123" y="0"/>
                </a:lnTo>
                <a:lnTo>
                  <a:pt x="1803123" y="1340231"/>
                </a:lnTo>
                <a:lnTo>
                  <a:pt x="0" y="13402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766762" y="153508"/>
            <a:ext cx="958850" cy="958850"/>
          </a:xfrm>
          <a:custGeom>
            <a:avLst/>
            <a:gdLst/>
            <a:ahLst/>
            <a:cxnLst/>
            <a:rect r="r" b="b" t="t" l="l"/>
            <a:pathLst>
              <a:path h="958850" w="958850">
                <a:moveTo>
                  <a:pt x="0" y="0"/>
                </a:moveTo>
                <a:lnTo>
                  <a:pt x="958850" y="0"/>
                </a:lnTo>
                <a:lnTo>
                  <a:pt x="958850" y="958849"/>
                </a:lnTo>
                <a:lnTo>
                  <a:pt x="0" y="9588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618456" y="214915"/>
            <a:ext cx="1854338" cy="726684"/>
          </a:xfrm>
          <a:custGeom>
            <a:avLst/>
            <a:gdLst/>
            <a:ahLst/>
            <a:cxnLst/>
            <a:rect r="r" b="b" t="t" l="l"/>
            <a:pathLst>
              <a:path h="726684" w="1854338">
                <a:moveTo>
                  <a:pt x="0" y="0"/>
                </a:moveTo>
                <a:lnTo>
                  <a:pt x="1854338" y="0"/>
                </a:lnTo>
                <a:lnTo>
                  <a:pt x="1854338" y="726684"/>
                </a:lnTo>
                <a:lnTo>
                  <a:pt x="0" y="7266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958" r="0" b="-14482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774272" y="153508"/>
            <a:ext cx="2535290" cy="849498"/>
          </a:xfrm>
          <a:custGeom>
            <a:avLst/>
            <a:gdLst/>
            <a:ahLst/>
            <a:cxnLst/>
            <a:rect r="r" b="b" t="t" l="l"/>
            <a:pathLst>
              <a:path h="849498" w="2535290">
                <a:moveTo>
                  <a:pt x="0" y="0"/>
                </a:moveTo>
                <a:lnTo>
                  <a:pt x="2535290" y="0"/>
                </a:lnTo>
                <a:lnTo>
                  <a:pt x="2535290" y="849498"/>
                </a:lnTo>
                <a:lnTo>
                  <a:pt x="0" y="8494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875741" y="5567363"/>
            <a:ext cx="1322225" cy="890935"/>
          </a:xfrm>
          <a:custGeom>
            <a:avLst/>
            <a:gdLst/>
            <a:ahLst/>
            <a:cxnLst/>
            <a:rect r="r" b="b" t="t" l="l"/>
            <a:pathLst>
              <a:path h="890935" w="1322225">
                <a:moveTo>
                  <a:pt x="0" y="0"/>
                </a:moveTo>
                <a:lnTo>
                  <a:pt x="1322225" y="0"/>
                </a:lnTo>
                <a:lnTo>
                  <a:pt x="1322225" y="890935"/>
                </a:lnTo>
                <a:lnTo>
                  <a:pt x="0" y="8909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199023" y="5704536"/>
            <a:ext cx="2110539" cy="576297"/>
          </a:xfrm>
          <a:custGeom>
            <a:avLst/>
            <a:gdLst/>
            <a:ahLst/>
            <a:cxnLst/>
            <a:rect r="r" b="b" t="t" l="l"/>
            <a:pathLst>
              <a:path h="576297" w="2110539">
                <a:moveTo>
                  <a:pt x="0" y="0"/>
                </a:moveTo>
                <a:lnTo>
                  <a:pt x="2110539" y="0"/>
                </a:lnTo>
                <a:lnTo>
                  <a:pt x="2110539" y="576297"/>
                </a:lnTo>
                <a:lnTo>
                  <a:pt x="0" y="57629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278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102580" y="1939453"/>
            <a:ext cx="455273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Brittany"/>
                <a:ea typeface="Brittany"/>
                <a:cs typeface="Brittany"/>
                <a:sym typeface="Brittany"/>
              </a:rPr>
              <a:t>Certificate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160681" y="1247033"/>
            <a:ext cx="243653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i="true">
                <a:solidFill>
                  <a:srgbClr val="000000"/>
                </a:solidFill>
                <a:latin typeface="Droid Serif Italics"/>
                <a:ea typeface="Droid Serif Italics"/>
                <a:cs typeface="Droid Serif Italics"/>
                <a:sym typeface="Droid Serif Italics"/>
              </a:rPr>
              <a:t>PARTICIPATION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10106" y="6347508"/>
            <a:ext cx="26694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Dr. L.Koteshwara Rao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60018" y="6497295"/>
            <a:ext cx="242187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i="true">
                <a:solidFill>
                  <a:srgbClr val="000000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Dr. G Kalpana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60018" y="6853285"/>
            <a:ext cx="2421877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CO-ORDINATOR</a:t>
            </a:r>
          </a:p>
          <a:p>
            <a:pPr algn="ctr">
              <a:lnSpc>
                <a:spcPts val="1960"/>
              </a:lnSpc>
            </a:pPr>
            <a:r>
              <a:rPr lang="en-US" sz="1400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EDC-Cell &amp; IIC KLHB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010106" y="6706284"/>
            <a:ext cx="2299456" cy="70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0"/>
              </a:lnSpc>
            </a:pPr>
            <a:r>
              <a:rPr lang="en-US" sz="132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PRINCIPAL</a:t>
            </a:r>
          </a:p>
          <a:p>
            <a:pPr algn="ctr">
              <a:lnSpc>
                <a:spcPts val="1860"/>
              </a:lnSpc>
            </a:pPr>
            <a:r>
              <a:rPr lang="en-US" sz="132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KLH University</a:t>
            </a:r>
          </a:p>
          <a:p>
            <a:pPr algn="ctr">
              <a:lnSpc>
                <a:spcPts val="1860"/>
              </a:lnSpc>
            </a:pPr>
            <a:r>
              <a:rPr lang="en-US" sz="132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Bachupally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6468" y="4531523"/>
            <a:ext cx="8872652" cy="81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1"/>
              </a:lnSpc>
              <a:spcBef>
                <a:spcPct val="0"/>
              </a:spcBef>
            </a:pPr>
            <a:r>
              <a:rPr lang="en-US" b="true" sz="1593" i="true">
                <a:solidFill>
                  <a:srgbClr val="000000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for participating in internal Smart India Hackathon 2026 organized by ED Cell, Koneru Lakshmaiah Education Foundation, Bachupally, Hyderabad Telengana held        on 24-08-2026 and 25-08-2026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536853" y="3322483"/>
            <a:ext cx="368419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 i="true">
                <a:solidFill>
                  <a:srgbClr val="000000"/>
                </a:solidFill>
                <a:latin typeface="Montserrat Medium Italics"/>
                <a:ea typeface="Montserrat Medium Italics"/>
                <a:cs typeface="Montserrat Medium Italics"/>
                <a:sym typeface="Montserrat Medium Italics"/>
              </a:rPr>
              <a:t>This certificate is awarded 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DAHTLbhUcZA</dc:identifier>
  <dcterms:modified xsi:type="dcterms:W3CDTF">2011-08-01T06:04:30Z</dcterms:modified>
  <cp:revision>1</cp:revision>
  <dc:title>SIH-participation-template</dc:title>
</cp:coreProperties>
</file>